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424690</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The $475,000 option uses 93.9% instead, what recent nearby sales got against their original asking price after seller-paid costs, since a price above the market usually sells only after a cut.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current tax bill adds it) and any repairs agreed after inspection. The closing agent provides the exact figures. These proceeds are before any income tax on the sale; a CPA can estimate it.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463294"/>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463294"/>
            <a:ext cx="0" cy="2468880"/>
          </a:xfrm>
          <a:prstGeom prst="line">
            <a:avLst/>
          </a:prstGeom>
          <a:noFill/>
          <a:ln w="9525">
            <a:solidFill>
              <a:srgbClr val="F8E8E2"/>
            </a:solidFill>
            <a:prstDash val="solid"/>
          </a:ln>
        </p:spPr>
      </p:sp>
      <p:sp>
        <p:nvSpPr>
          <p:cNvPr id="8" name="Text 6"/>
          <p:cNvSpPr txBox="1"/>
          <p:nvPr/>
        </p:nvSpPr>
        <p:spPr>
          <a:xfrm>
            <a:off x="44348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463294"/>
            <a:ext cx="0" cy="2468880"/>
          </a:xfrm>
          <a:prstGeom prst="line">
            <a:avLst/>
          </a:prstGeom>
          <a:noFill/>
          <a:ln w="9525">
            <a:solidFill>
              <a:srgbClr val="F8E8E2"/>
            </a:solidFill>
            <a:prstDash val="solid"/>
          </a:ln>
        </p:spPr>
      </p:sp>
      <p:sp>
        <p:nvSpPr>
          <p:cNvPr id="10" name="Text 8"/>
          <p:cNvSpPr txBox="1"/>
          <p:nvPr/>
        </p:nvSpPr>
        <p:spPr>
          <a:xfrm>
            <a:off x="53492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463294"/>
            <a:ext cx="0" cy="2468880"/>
          </a:xfrm>
          <a:prstGeom prst="line">
            <a:avLst/>
          </a:prstGeom>
          <a:noFill/>
          <a:ln w="9525">
            <a:solidFill>
              <a:srgbClr val="F8E8E2"/>
            </a:solidFill>
            <a:prstDash val="solid"/>
          </a:ln>
        </p:spPr>
      </p:sp>
      <p:sp>
        <p:nvSpPr>
          <p:cNvPr id="12" name="Text 10"/>
          <p:cNvSpPr txBox="1"/>
          <p:nvPr/>
        </p:nvSpPr>
        <p:spPr>
          <a:xfrm>
            <a:off x="62636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463294"/>
            <a:ext cx="0" cy="2468880"/>
          </a:xfrm>
          <a:prstGeom prst="line">
            <a:avLst/>
          </a:prstGeom>
          <a:noFill/>
          <a:ln w="9525">
            <a:solidFill>
              <a:srgbClr val="F8E8E2"/>
            </a:solidFill>
            <a:prstDash val="solid"/>
          </a:ln>
        </p:spPr>
      </p:sp>
      <p:sp>
        <p:nvSpPr>
          <p:cNvPr id="14" name="Text 12"/>
          <p:cNvSpPr txBox="1"/>
          <p:nvPr/>
        </p:nvSpPr>
        <p:spPr>
          <a:xfrm>
            <a:off x="71780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463294"/>
            <a:ext cx="0" cy="2468880"/>
          </a:xfrm>
          <a:prstGeom prst="line">
            <a:avLst/>
          </a:prstGeom>
          <a:noFill/>
          <a:ln w="9525">
            <a:solidFill>
              <a:srgbClr val="F8E8E2"/>
            </a:solidFill>
            <a:prstDash val="solid"/>
          </a:ln>
        </p:spPr>
      </p:sp>
      <p:sp>
        <p:nvSpPr>
          <p:cNvPr id="16" name="Text 14"/>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7920" y="1326134"/>
            <a:ext cx="0" cy="2606040"/>
          </a:xfrm>
          <a:prstGeom prst="line">
            <a:avLst/>
          </a:prstGeom>
          <a:noFill/>
          <a:ln w="25400">
            <a:solidFill>
              <a:srgbClr val="1A1A1A"/>
            </a:solidFill>
            <a:prstDash val="dash"/>
          </a:ln>
        </p:spPr>
      </p:sp>
      <p:sp>
        <p:nvSpPr>
          <p:cNvPr id="18" name="Text 16"/>
          <p:cNvSpPr txBox="1"/>
          <p:nvPr/>
        </p:nvSpPr>
        <p:spPr>
          <a:xfrm>
            <a:off x="5212080"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$470,000</a:t>
            </a:r>
            <a:endParaRPr lang="en-US" sz="1000" dirty="0"/>
          </a:p>
        </p:txBody>
      </p:sp>
      <p:sp>
        <p:nvSpPr>
          <p:cNvPr id="19" name="Text 17"/>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21" name="Shape 19"/>
          <p:cNvSpPr/>
          <p:nvPr/>
        </p:nvSpPr>
        <p:spPr>
          <a:xfrm>
            <a:off x="7228332" y="1673606"/>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2130806"/>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588006"/>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3045206"/>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502406"/>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$9,193</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$426,294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current tax bill adds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2026-10-12T05:54:15Z</dcterms:created>
  <dcterms:modified xsi:type="dcterms:W3CDTF">2026-10-12T05:54:15Z</dcterms:modified>
</cp:coreProperties>
</file>