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$474,900</c:v>
                  </c:pt>
                  <c:pt idx="1">
                    <c:v>Market Price at $469,900</c:v>
                  </c:pt>
                  <c:pt idx="2">
                    <c:v>Draw Offers at $459,900</c:v>
                  </c:pt>
                </c:lvl>
              </c:multiLvlStrCache>
            </c:multiLvlStrRef>
          </c:cat>
          <c:val>
            <c:numRef>
              <c:f>Sheet1!$B$2:$B$4</c:f>
              <c:numCache>
                <c:formatCode>General</c:formatCode>
                <c:ptCount val="3"/>
                <c:pt idx="0">
                  <c:v>424222</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At $474,900 we expect the recommended option's sale: a price above the recommended one usually sells after a cut, so it costs time rather than adding to the sale.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$469,900 list price and utilities; no loan interest, since no mortgage payoff was given) from the report date to each option's closing; property tax is in the proration.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tax bill and the expected closing date add it) and any repairs agreed after inspection. The closing agent provides the exact figures.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204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348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492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2636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1780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0924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21" name="Shape 19"/>
          <p:cNvSpPr/>
          <p:nvPr/>
        </p:nvSpPr>
        <p:spPr>
          <a:xfrm>
            <a:off x="722833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544068"/>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$474,900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$467,000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$9,139</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$474,900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$4,127/mo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$23,745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$83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$474,900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$469,900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$459,900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$424,222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tax bill and the expected closing date add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2026-10-05T20:36:03Z</dcterms:created>
  <dcterms:modified xsi:type="dcterms:W3CDTF">2026-10-05T20:36:03Z</dcterms:modified>
</cp:coreProperties>
</file>