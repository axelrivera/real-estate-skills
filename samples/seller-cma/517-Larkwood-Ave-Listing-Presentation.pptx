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Other Sales</c:v>
                </c:pt>
              </c:strCache>
            </c:strRef>
          </c:tx>
          <c:spPr>
            <a:solidFill>
              <a:srgbClr val="A3ADB6"/>
            </a:solidFill>
            <a:ln>
              <a:noFill/>
            </a:ln>
            <a:effectLst/>
          </c:spPr>
          <c:marker>
            <c:symbol val="circle"/>
            <c:size val="5"/>
            <c:spPr>
              <a:solidFill>
                <a:srgbClr val="DADEE2"/>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3ADB6"/>
            </a:solidFill>
            <a:ln>
              <a:noFill/>
            </a:ln>
            <a:effectLst/>
          </c:spPr>
          <c:marker>
            <c:symbol val="circle"/>
            <c:size val="7"/>
            <c:spPr>
              <a:solidFill>
                <a:srgbClr val="A3ADB6"/>
              </a:solidFill>
              <a:ln w="15875">
                <a:solidFill>
                  <a:srgbClr val="A3ADB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(loan interest, HOA, insurance and utilities; property tax is in the proration)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150" b="1" dirty="0">
                <a:solidFill>
                  <a:srgbClr val="1A1A1A"/>
                </a:solidFill>
                <a:latin typeface="Arial" pitchFamily="34" charset="0"/>
                <a:ea typeface="Arial" pitchFamily="34" charset="-122"/>
                <a:cs typeface="Arial" pitchFamily="34" charset="-120"/>
              </a:rPr>
              <a:t>Low-to-mid $460,000s</a:t>
            </a:r>
            <a:endParaRPr lang="en-US" sz="215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365760" y="868680"/>
          <a:ext cx="6537960" cy="39319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143000"/>
            <a:ext cx="45720" cy="3017520"/>
          </a:xfrm>
          <a:prstGeom prst="rect">
            <a:avLst/>
          </a:prstGeom>
          <a:solidFill>
            <a:srgbClr val="C2410C"/>
          </a:solidFill>
          <a:ln w="12700">
            <a:solidFill>
              <a:srgbClr val="C2410C"/>
            </a:solidFill>
            <a:prstDash val="solid"/>
          </a:ln>
        </p:spPr>
      </p:sp>
      <p:sp>
        <p:nvSpPr>
          <p:cNvPr id="5" name="Text 2"/>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100%</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95.2%</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113584"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63392" y="2075688"/>
            <a:ext cx="952960"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A6672"/>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$4,169/mo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$4,087/mo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$4,005/mo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A broker's opinion of value from comparable sales, not an appraisal, and not for lending. Sales data: Stellar MLS as of 2026-09-22.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2026-09-29T22:30:00Z</dcterms:created>
  <dcterms:modified xsi:type="dcterms:W3CDTF">2026-09-29T22:30:00Z</dcterms:modified>
</cp:coreProperties>
</file>