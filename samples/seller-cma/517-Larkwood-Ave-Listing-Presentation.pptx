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Sheet1!$B$2:$B$76</c:f>
              <c:numCache>
                <c:formatCode>General</c:formatCode>
                <c:ptCount val="75"/>
                <c:pt idx="0">
                  <c:v>505500</c:v>
                </c:pt>
                <c:pt idx="1">
                  <c:v>495000</c:v>
                </c:pt>
                <c:pt idx="2">
                  <c:v>427000</c:v>
                </c:pt>
                <c:pt idx="3">
                  <c:v>429000</c:v>
                </c:pt>
                <c:pt idx="4">
                  <c:v>465000</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Other Sales</c:v>
                </c:pt>
              </c:strCache>
            </c:strRef>
          </c:tx>
          <c:spPr>
            <a:solidFill>
              <a:srgbClr val="A3ADB6"/>
            </a:solidFill>
            <a:ln>
              <a:noFill/>
            </a:ln>
            <a:effectLst/>
          </c:spPr>
          <c:marker>
            <c:symbol val="square"/>
            <c:size val="6"/>
            <c:spPr>
              <a:solidFill>
                <a:srgbClr val="A3ADB6"/>
              </a:solidFill>
              <a:ln w="9525">
                <a:solidFill>
                  <a:srgbClr val="A3ADB6"/>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Sheet1!$C$2:$C$76</c:f>
              <c:numCache>
                <c:formatCode>General</c:formatCode>
                <c:ptCount val="75"/>
                <c:pt idx="0">
                  <c:v/>
                </c:pt>
                <c:pt idx="1">
                  <c:v/>
                </c:pt>
                <c:pt idx="2">
                  <c:v/>
                </c:pt>
                <c:pt idx="3">
                  <c:v/>
                </c:pt>
                <c:pt idx="4">
                  <c:v/>
                </c:pt>
                <c:pt idx="5">
                  <c:v>427000</c:v>
                </c:pt>
                <c:pt idx="6">
                  <c:v>435000</c:v>
                </c:pt>
                <c:pt idx="7">
                  <c:v>470000</c:v>
                </c:pt>
                <c:pt idx="8">
                  <c:v>454500</c:v>
                </c:pt>
                <c:pt idx="9">
                  <c:v>559500</c:v>
                </c:pt>
                <c:pt idx="10">
                  <c:v>446000</c:v>
                </c:pt>
                <c:pt idx="11">
                  <c:v>575000</c:v>
                </c:pt>
                <c:pt idx="12">
                  <c:v>529500</c:v>
                </c:pt>
                <c:pt idx="13">
                  <c:v>516000</c:v>
                </c:pt>
                <c:pt idx="14">
                  <c:v>364000</c:v>
                </c:pt>
                <c:pt idx="15">
                  <c:v>429500</c:v>
                </c:pt>
                <c:pt idx="16">
                  <c:v>473000</c:v>
                </c:pt>
                <c:pt idx="17">
                  <c:v>391000</c:v>
                </c:pt>
                <c:pt idx="18">
                  <c:v>325500</c:v>
                </c:pt>
                <c:pt idx="19">
                  <c:v>493000</c:v>
                </c:pt>
                <c:pt idx="20">
                  <c:v>578000</c:v>
                </c:pt>
                <c:pt idx="21">
                  <c:v>549500</c:v>
                </c:pt>
                <c:pt idx="22">
                  <c:v>596500</c:v>
                </c:pt>
                <c:pt idx="23">
                  <c:v>444500</c:v>
                </c:pt>
                <c:pt idx="24">
                  <c:v>361500</c:v>
                </c:pt>
                <c:pt idx="25">
                  <c:v>398000</c:v>
                </c:pt>
                <c:pt idx="26">
                  <c:v>526000</c:v>
                </c:pt>
                <c:pt idx="27">
                  <c:v>396500</c:v>
                </c:pt>
                <c:pt idx="28">
                  <c:v>461000</c:v>
                </c:pt>
                <c:pt idx="29">
                  <c:v>477000</c:v>
                </c:pt>
                <c:pt idx="30">
                  <c:v>535000</c:v>
                </c:pt>
                <c:pt idx="31">
                  <c:v>367000</c:v>
                </c:pt>
                <c:pt idx="32">
                  <c:v>570000</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For Sale Now</c:v>
                </c:pt>
              </c:strCache>
            </c:strRef>
          </c:tx>
          <c:spPr>
            <a:solidFill>
              <a:srgbClr val="A3ADB6"/>
            </a:solidFill>
            <a:ln>
              <a:noFill/>
            </a:ln>
            <a:effectLst/>
          </c:spPr>
          <c:marker>
            <c:symbol val="circle"/>
            <c:size val="7"/>
            <c:spPr>
              <a:solidFill>
                <a:srgbClr val="DADEE2"/>
              </a:solidFill>
              <a:ln w="15875">
                <a:solidFill>
                  <a:srgbClr val="A3ADB6"/>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400000</c:v>
                </c:pt>
                <c:pt idx="34">
                  <c:v>565000</c:v>
                </c:pt>
                <c:pt idx="35">
                  <c:v>470000</c:v>
                </c:pt>
                <c:pt idx="36">
                  <c:v>449000</c:v>
                </c:pt>
                <c:pt idx="37">
                  <c:v>490000</c:v>
                </c:pt>
                <c:pt idx="38">
                  <c:v>391900</c:v>
                </c:pt>
                <c:pt idx="39">
                  <c:v>368900</c:v>
                </c:pt>
                <c:pt idx="40">
                  <c:v>390900</c:v>
                </c:pt>
                <c:pt idx="41">
                  <c:v>486900</c:v>
                </c:pt>
                <c:pt idx="42">
                  <c:v>388900</c:v>
                </c:pt>
                <c:pt idx="43">
                  <c:v>464900</c:v>
                </c:pt>
                <c:pt idx="44">
                  <c:v>425900</c:v>
                </c:pt>
                <c:pt idx="45">
                  <c:v>530900</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3"/>
          <c:order val="3"/>
          <c:tx>
            <c:strRef>
              <c:f>Sheet1!$E$1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353370.74537409266</c:v>
                </c:pt>
                <c:pt idx="47">
                  <c:v>361279.9692978465</c:v>
                </c:pt>
                <c:pt idx="48">
                  <c:v>369189.1932216004</c:v>
                </c:pt>
                <c:pt idx="49">
                  <c:v>377098.41714535427</c:v>
                </c:pt>
                <c:pt idx="50">
                  <c:v>385007.6410691081</c:v>
                </c:pt>
                <c:pt idx="51">
                  <c:v>392916.864992862</c:v>
                </c:pt>
                <c:pt idx="52">
                  <c:v>400826.0889166159</c:v>
                </c:pt>
                <c:pt idx="53">
                  <c:v>408735.31284036976</c:v>
                </c:pt>
                <c:pt idx="54">
                  <c:v>416644.53676412365</c:v>
                </c:pt>
                <c:pt idx="55">
                  <c:v>424553.7606878775</c:v>
                </c:pt>
                <c:pt idx="56">
                  <c:v>432462.9846116313</c:v>
                </c:pt>
                <c:pt idx="57">
                  <c:v>440372.2085353852</c:v>
                </c:pt>
                <c:pt idx="58">
                  <c:v>448281.4324591391</c:v>
                </c:pt>
                <c:pt idx="59">
                  <c:v>456190.656382893</c:v>
                </c:pt>
                <c:pt idx="60">
                  <c:v>464099.88030664687</c:v>
                </c:pt>
                <c:pt idx="61">
                  <c:v>472009.10423040076</c:v>
                </c:pt>
                <c:pt idx="62">
                  <c:v>479918.32815415465</c:v>
                </c:pt>
                <c:pt idx="63">
                  <c:v>487827.5520779085</c:v>
                </c:pt>
                <c:pt idx="64">
                  <c:v>495736.77600166237</c:v>
                </c:pt>
                <c:pt idx="65">
                  <c:v>503645.99992541614</c:v>
                </c:pt>
                <c:pt idx="66">
                  <c:v>511555.22384917</c:v>
                </c:pt>
                <c:pt idx="67">
                  <c:v>519464.4477729239</c:v>
                </c:pt>
                <c:pt idx="68">
                  <c:v>527373.6716966778</c:v>
                </c:pt>
                <c:pt idx="69">
                  <c:v>535282.8956204318</c:v>
                </c:pt>
                <c:pt idx="70">
                  <c:v>543192.1195441856</c:v>
                </c:pt>
                <c:pt idx="71">
                  <c:v>551101.3434679394</c:v>
                </c:pt>
                <c:pt idx="72">
                  <c:v>559010.5673916934</c:v>
                </c:pt>
                <c:pt idx="73">
                  <c:v>566919.7913154473</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1824</c:v>
                </c:pt>
                <c:pt idx="1">
                  <c:v>1865</c:v>
                </c:pt>
                <c:pt idx="2">
                  <c:v>1871</c:v>
                </c:pt>
                <c:pt idx="3">
                  <c:v>1849</c:v>
                </c:pt>
                <c:pt idx="4">
                  <c:v>1865</c:v>
                </c:pt>
                <c:pt idx="5">
                  <c:v>1790</c:v>
                </c:pt>
                <c:pt idx="6">
                  <c:v>1810</c:v>
                </c:pt>
                <c:pt idx="7">
                  <c:v>1702</c:v>
                </c:pt>
                <c:pt idx="8">
                  <c:v>1880</c:v>
                </c:pt>
                <c:pt idx="9">
                  <c:v>2260</c:v>
                </c:pt>
                <c:pt idx="10">
                  <c:v>1950</c:v>
                </c:pt>
                <c:pt idx="11">
                  <c:v>2380</c:v>
                </c:pt>
                <c:pt idx="12">
                  <c:v>2150</c:v>
                </c:pt>
                <c:pt idx="13">
                  <c:v>2380</c:v>
                </c:pt>
                <c:pt idx="14">
                  <c:v>1740</c:v>
                </c:pt>
                <c:pt idx="15">
                  <c:v>1880</c:v>
                </c:pt>
                <c:pt idx="16">
                  <c:v>1950</c:v>
                </c:pt>
                <c:pt idx="17">
                  <c:v>1740</c:v>
                </c:pt>
                <c:pt idx="18">
                  <c:v>1450</c:v>
                </c:pt>
                <c:pt idx="19">
                  <c:v>2150</c:v>
                </c:pt>
                <c:pt idx="20">
                  <c:v>2380</c:v>
                </c:pt>
                <c:pt idx="21">
                  <c:v>2260</c:v>
                </c:pt>
                <c:pt idx="22">
                  <c:v>2380</c:v>
                </c:pt>
                <c:pt idx="23">
                  <c:v>1740</c:v>
                </c:pt>
                <c:pt idx="24">
                  <c:v>1450</c:v>
                </c:pt>
                <c:pt idx="25">
                  <c:v>1610</c:v>
                </c:pt>
                <c:pt idx="26">
                  <c:v>2380</c:v>
                </c:pt>
                <c:pt idx="27">
                  <c:v>1820</c:v>
                </c:pt>
                <c:pt idx="28">
                  <c:v>1880</c:v>
                </c:pt>
                <c:pt idx="29">
                  <c:v>2040</c:v>
                </c:pt>
                <c:pt idx="30">
                  <c:v>2380</c:v>
                </c:pt>
                <c:pt idx="31">
                  <c:v>1610</c:v>
                </c:pt>
                <c:pt idx="32">
                  <c:v>2380</c:v>
                </c:pt>
                <c:pt idx="33">
                  <c:v>1849</c:v>
                </c:pt>
                <c:pt idx="34">
                  <c:v>1943</c:v>
                </c:pt>
                <c:pt idx="35">
                  <c:v>2400</c:v>
                </c:pt>
                <c:pt idx="36">
                  <c:v>2400</c:v>
                </c:pt>
                <c:pt idx="37">
                  <c:v>2400</c:v>
                </c:pt>
                <c:pt idx="38">
                  <c:v>1650</c:v>
                </c:pt>
                <c:pt idx="39">
                  <c:v>1500</c:v>
                </c:pt>
                <c:pt idx="40">
                  <c:v>1650</c:v>
                </c:pt>
                <c:pt idx="41">
                  <c:v>1900</c:v>
                </c:pt>
                <c:pt idx="42">
                  <c:v>1650</c:v>
                </c:pt>
                <c:pt idx="43">
                  <c:v>1900</c:v>
                </c:pt>
                <c:pt idx="44">
                  <c:v>1650</c:v>
                </c:pt>
                <c:pt idx="45">
                  <c:v>2100</c:v>
                </c:pt>
                <c:pt idx="46">
                  <c:v>1450</c:v>
                </c:pt>
                <c:pt idx="47">
                  <c:v>1485.1851851851852</c:v>
                </c:pt>
                <c:pt idx="48">
                  <c:v>1520.3703703703704</c:v>
                </c:pt>
                <c:pt idx="49">
                  <c:v>1555.5555555555557</c:v>
                </c:pt>
                <c:pt idx="50">
                  <c:v>1590.7407407407406</c:v>
                </c:pt>
                <c:pt idx="51">
                  <c:v>1625.9259259259259</c:v>
                </c:pt>
                <c:pt idx="52">
                  <c:v>1661.111111111111</c:v>
                </c:pt>
                <c:pt idx="53">
                  <c:v>1696.2962962962963</c:v>
                </c:pt>
                <c:pt idx="54">
                  <c:v>1731.4814814814815</c:v>
                </c:pt>
                <c:pt idx="55">
                  <c:v>1766.6666666666667</c:v>
                </c:pt>
                <c:pt idx="56">
                  <c:v>1801.8518518518517</c:v>
                </c:pt>
                <c:pt idx="57">
                  <c:v>1837.037037037037</c:v>
                </c:pt>
                <c:pt idx="58">
                  <c:v>1872.2222222222222</c:v>
                </c:pt>
                <c:pt idx="59">
                  <c:v>1907.4074074074074</c:v>
                </c:pt>
                <c:pt idx="60">
                  <c:v>1942.5925925925926</c:v>
                </c:pt>
                <c:pt idx="61">
                  <c:v>1977.7777777777778</c:v>
                </c:pt>
                <c:pt idx="62">
                  <c:v>2012.962962962963</c:v>
                </c:pt>
                <c:pt idx="63">
                  <c:v>2048.1481481481483</c:v>
                </c:pt>
                <c:pt idx="64">
                  <c:v>2083.3333333333335</c:v>
                </c:pt>
                <c:pt idx="65">
                  <c:v>2118.5185185185182</c:v>
                </c:pt>
                <c:pt idx="66">
                  <c:v>2153.7037037037035</c:v>
                </c:pt>
                <c:pt idx="67">
                  <c:v>2188.8888888888887</c:v>
                </c:pt>
                <c:pt idx="68">
                  <c:v>2224.074074074074</c:v>
                </c:pt>
                <c:pt idx="69">
                  <c:v>2259.259259259259</c:v>
                </c:pt>
                <c:pt idx="70">
                  <c:v>2294.4444444444443</c:v>
                </c:pt>
                <c:pt idx="71">
                  <c:v>2329.6296296296296</c:v>
                </c:pt>
                <c:pt idx="72">
                  <c:v>2364.814814814815</c:v>
                </c:pt>
                <c:pt idx="73">
                  <c:v>2400</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Harrow Springs,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113584"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63392" y="2075688"/>
            <a:ext cx="952960"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$4,228/mo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$4,146/mo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$4,064/mo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2026-09-26T02:40:13Z</dcterms:created>
  <dcterms:modified xsi:type="dcterms:W3CDTF">2026-09-26T02:40:13Z</dcterms:modified>
</cp:coreProperties>
</file>